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371600"/>
            <a:ext cx="2130552" cy="365760"/>
          </a:xfrm>
          <a:prstGeom prst="roundRect">
            <a:avLst/>
          </a:prstGeom>
          <a:solidFill>
            <a:srgbClr val="2828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22C55E"/>
                </a:solidFill>
              </a:defRPr>
            </a:pPr>
            <a:r>
              <a:t>KisanMitra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888888"/>
                </a:solidFill>
              </a:defRPr>
            </a:pPr>
            <a:r>
              <a:t>Revolutionizing Indian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8888"/>
                </a:solidFill>
              </a:defRPr>
            </a:pPr>
            <a:r>
              <a:t>ML Models • Blockchain • SMS/WhatsApp • Marketplace • Rentals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731520"/>
            <a:ext cx="2130552" cy="36576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7316"/>
                </a:solidFill>
              </a:defRPr>
            </a:pPr>
            <a:r>
              <a:t>India's Agricultural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97316"/>
                </a:solidFill>
              </a:defRPr>
            </a:pPr>
            <a:r>
              <a:t>300K+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6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Farmer Suicides</a:t>
            </a:r>
          </a:p>
          <a:p>
            <a:r>
              <a:t>(20 Years)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97316"/>
                </a:solidFill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566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Population Depends</a:t>
            </a:r>
          </a:p>
          <a:p>
            <a:r>
              <a:t>on Agriculture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743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97316"/>
                </a:solidFill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566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Profit Lost to</a:t>
            </a:r>
          </a:p>
          <a:p>
            <a:r>
              <a:t>Middlemen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❌ Wrong Crop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🔗 Middleman Exploitation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03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💰 No Credit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📱 Information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5 Core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4114800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🤖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 Crop Advisory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ML-driven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114800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🌾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Smart Marketplace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Direct farmer-to-buyer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4114800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💰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Digital Wallet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Blockchain-secured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474720"/>
            <a:ext cx="4114800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t>🚜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Equipment Rentals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80% cost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212080"/>
            <a:ext cx="4873752" cy="914400"/>
          </a:xfrm>
          <a:prstGeom prst="roundRect">
            <a:avLst/>
          </a:prstGeom>
          <a:solidFill>
            <a:srgbClr val="1414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📱 Multi-Channel Access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SMS, WhatsApp, Web - Telugu &amp;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6217920"/>
            <a:ext cx="5486400" cy="4572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Platform Overview</a:t>
            </a:r>
          </a:p>
          <a:p>
            <a:r>
              <a:t>(Place screenshot here)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3 Advanced ML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474720" cy="3200400"/>
          </a:xfrm>
          <a:prstGeom prst="roundRect">
            <a:avLst/>
          </a:prstGeom>
          <a:solidFill>
            <a:srgbClr val="14141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🌾</a:t>
            </a:r>
          </a:p>
          <a:p>
            <a:pPr algn="ctr">
              <a:defRPr sz="2200" b="1">
                <a:solidFill>
                  <a:srgbClr val="3B82F6"/>
                </a:solidFill>
              </a:defRPr>
            </a:pPr>
            <a:r>
              <a:t>Crop Recommender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888888"/>
                </a:solidFill>
              </a:defRPr>
            </a:pPr>
            <a:r>
              <a:t>RandomForest</a:t>
            </a:r>
            <a:br/>
            <a:r>
              <a:t>31 Crops</a:t>
            </a:r>
            <a:br/>
            <a:r>
              <a:t>100%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3474720" cy="3200400"/>
          </a:xfrm>
          <a:prstGeom prst="roundRect">
            <a:avLst/>
          </a:prstGeom>
          <a:solidFill>
            <a:srgbClr val="141414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📸</a:t>
            </a:r>
          </a:p>
          <a:p>
            <a:pPr algn="ctr">
              <a:defRPr sz="2200" b="1">
                <a:solidFill>
                  <a:srgbClr val="F97316"/>
                </a:solidFill>
              </a:defRPr>
            </a:pPr>
            <a:r>
              <a:t>Soil Classifier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888888"/>
                </a:solidFill>
              </a:defRPr>
            </a:pPr>
            <a:r>
              <a:t>MobileNetV2</a:t>
            </a:r>
            <a:br/>
            <a:r>
              <a:t>8 Soil Types</a:t>
            </a:r>
            <a:br/>
            <a:r>
              <a:t>2s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11680"/>
            <a:ext cx="3474720" cy="3200400"/>
          </a:xfrm>
          <a:prstGeom prst="roundRect">
            <a:avLst/>
          </a:prstGeom>
          <a:solidFill>
            <a:srgbClr val="1414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💰</a:t>
            </a:r>
          </a:p>
          <a:p>
            <a:pPr algn="ctr">
              <a:defRPr sz="2200" b="1">
                <a:solidFill>
                  <a:srgbClr val="22C55E"/>
                </a:solidFill>
              </a:defRPr>
            </a:pPr>
            <a:r>
              <a:t>Price Predictor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888888"/>
                </a:solidFill>
              </a:defRPr>
            </a:pPr>
            <a:r>
              <a:t>Regression</a:t>
            </a:r>
            <a:br/>
            <a:r>
              <a:t>Market Intelligence</a:t>
            </a:r>
            <a:br/>
            <a:r>
              <a:t>Unit-Aware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Crop Recommender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5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Soil Analysis &amp; Advisory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6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Marketplace &amp; Blockchain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7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Zero-Internet Accessibility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8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Agentic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9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Transforming Indian Agriculture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10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Mobile App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3657600"/>
            <a:ext cx="6702552" cy="2286000"/>
          </a:xfrm>
          <a:prstGeom prst="roundRect">
            <a:avLst/>
          </a:prstGeom>
          <a:noFill/>
          <a:ln w="2540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🖼️</a:t>
            </a:r>
          </a:p>
          <a:p>
            <a:r>
              <a:t>Slide 11 Content</a:t>
            </a:r>
          </a:p>
          <a:p>
            <a:r>
              <a:t>(Place screenshot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44444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